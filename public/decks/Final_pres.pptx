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>
              <a:alpha val="5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   ·   TITLE</a:t>
            </a:r>
            <a:endParaRPr lang="en-US" sz="1200" dirty="0"/>
          </a:p>
        </p:txBody>
      </p:sp>
      <p:pic>
        <p:nvPicPr>
          <p:cNvPr id="5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[Project / Thesis Title]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880360"/>
            <a:ext cx="907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[One-line description of what the system does]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38328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in partial fulfilment of the requirements for [Degree Name]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84648" y="4114800"/>
            <a:ext cx="1828800" cy="0"/>
          </a:xfrm>
          <a:prstGeom prst="line">
            <a:avLst/>
          </a:prstGeom>
          <a:noFill/>
          <a:ln w="9525">
            <a:solidFill>
              <a:srgbClr val="D7E6F5">
                <a:alpha val="60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554480" y="434340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[Student Name(s)]  ·  [Roll / Reg. No.]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470916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[Guide / Supervisor Name]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507492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[Institution Name]  ·  [Month, Year]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   ·   INTRODUCTION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context for the project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[Background of the domain / topic area]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[Motivation — why this project was undertaken]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overview of what the project does]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   ·   PROBLEM STATEMENT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gap this project addresses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specific problem being addressed]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[Why existing solutions fall short]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[Scope and boundaries of the problem]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   ·   OBJECTIVES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achieve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[Primary objective]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[Secondary objective 1]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[Secondary objective 2]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   ·   LITERATURE REVIEW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and the gap it leaves open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078099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 — summary of related work 1]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57759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3912489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577590"/>
            <a:ext cx="786384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 — summary of related work 2]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41198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4746879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411980"/>
            <a:ext cx="786384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[Author, Year — summary of related work 3]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234440" y="524637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234440" y="5581269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600200" y="5246370"/>
            <a:ext cx="786384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gap identified from the review]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   ·   METHODOLOGY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was carried out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[Approach / algorithm used]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collection and preprocessing steps]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[Tools, frameworks, and techniques applied]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   ·   PROPOSED SYSTEM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how it improves on existing work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[System overview / architecture diagram]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modules or components]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[How it improves on existing systems]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   ·   RESULTS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and how they were measured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result / metric 1, with figure or table]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result / metric 2]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[Comparison with existing systems or baselines]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   ·   CONCLUSION &amp; FUTURE SCOPE</a:t>
            </a:r>
            <a:endParaRPr lang="en-US" sz="1200" dirty="0"/>
          </a:p>
        </p:txBody>
      </p:sp>
      <p:pic>
        <p:nvPicPr>
          <p:cNvPr id="4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3716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6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achieved, and what's next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743200"/>
            <a:ext cx="8778240" cy="3337560"/>
          </a:xfrm>
          <a:prstGeom prst="roundRect">
            <a:avLst>
              <a:gd name="adj" fmla="val 328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C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234440" y="321716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600200" y="274320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[Summary of what was achieved]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34440" y="385572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34440" y="432968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600200" y="385572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[Limitations of the current work]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234440" y="4968240"/>
            <a:ext cx="8138160" cy="0"/>
          </a:xfrm>
          <a:prstGeom prst="line">
            <a:avLst/>
          </a:prstGeom>
          <a:noFill/>
          <a:ln w="6350">
            <a:solidFill>
              <a:srgbClr val="0B2A4A">
                <a:alpha val="1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234440" y="5442204"/>
            <a:ext cx="164592" cy="164592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600200" y="4968240"/>
            <a:ext cx="786384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[Planned future enhancements]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s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>
              <a:alpha val="5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2344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   ·   REFERENCES</a:t>
            </a:r>
            <a:endParaRPr lang="en-US" sz="1200" dirty="0"/>
          </a:p>
        </p:txBody>
      </p:sp>
      <p:pic>
        <p:nvPicPr>
          <p:cNvPr id="5" name="Image 1" descr="kira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59436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048695" y="365760"/>
            <a:ext cx="502920" cy="502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048695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37160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01168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cited throughout this presentation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706728" y="2697480"/>
            <a:ext cx="877824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981048" y="269748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392528" y="26974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[Author(s), "Title of paper," Journal / Conference, Year.]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981048" y="3319272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81048" y="331927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392528" y="331927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[Author(s), "Title of paper," Journal / Conference, Year.]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981048" y="3941064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981048" y="394106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392528" y="394106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[Author(s), "Title of paper," Journal / Conference, Year.]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981048" y="4562856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981048" y="456285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2392528" y="456285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[Author(s), "Title of book," Publisher, Year.]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981048" y="5184648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981048" y="518464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2392528" y="518464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[Website / documentation, "Title," URL, accessed [Month, Year].]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 Name]  ·  Final Project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2026-09-03T05:27:21Z</dcterms:created>
  <dcterms:modified xsi:type="dcterms:W3CDTF">2026-09-03T05:27:21Z</dcterms:modified>
</cp:coreProperties>
</file>