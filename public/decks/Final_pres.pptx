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-bg-hex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   ·   TITLE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[Project Name]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[Specific user] can now [do the task] without [the obstacle]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line a judge can repeat]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3760349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[name]  ·  [members]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524201" y="4615555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[code]  ·  [theme / domain]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   ·   PROBLEM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[The Pain, Stated as Pain]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one specific user and one concrete pain — not a solution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[Who feels this pain]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3760349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[What exactly goes wrong]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524201" y="4615555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[Why it matters]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   ·   EVIDENCE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[Proof Someone Feels It]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observation beats an assumption — talk to three people first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[Observation or stat 1]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3760349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[Observation or stat 2]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524201" y="4615555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[Existing workaround people already pay for]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   ·   PROPOSED SOLUTION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[Our Solution, in One Line]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directly removes the obstacle named on slide 2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[What it does, in plain language]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3760349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feature 1]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524201" y="4615555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feature 2]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   ·   MAGIC MOMENT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[The Interaction That Earns the Demo]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judge can't feel it in 30 seconds, it doesn't exist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1282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one 'oh, that's useful' interaction]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4187952"/>
            <a:ext cx="7143293" cy="1282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[Why this moment, and not another feature]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   ·   ARCHITECTURE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[System Architecture]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complete path, built end to end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1282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[Frontend → Backend → Database flow]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4187952"/>
            <a:ext cx="7143293" cy="1282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[What's built today vs. what's assumed / planned]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   ·   TECH STACK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[What We Built It With]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Familiarity beats better-but-unknown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64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[Frontend]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3546548"/>
            <a:ext cx="7143293" cy="64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[Backend]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524201" y="4187952"/>
            <a:ext cx="7143293" cy="64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[Database / Hosting]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2524201" y="4829356"/>
            <a:ext cx="7143293" cy="64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[AI / APIs, if any]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   ·   DEMO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[The Vertical Slice, Running]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slice is a working demo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1282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[Step 1] → [Step 2] → [Step 3] → [Step 4]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4187952"/>
            <a:ext cx="7143293" cy="1282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 or QR to the live demo]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   ·   IMPACT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[Impact &amp; Benefits]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benefits, and how you'd measure it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[Technical benefits]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3760349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[User benefits]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524201" y="4615555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metric that would prove this works]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/home/claude/deck/kira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351" y="201168"/>
            <a:ext cx="731584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74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B4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   ·   ROADMAP &amp; ASK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411480" y="6528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 Hackathon · Solution Presentation Template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2524201" y="1606695"/>
            <a:ext cx="71432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836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[What's Real, What's Next, and the Ask]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524201" y="2338215"/>
            <a:ext cx="71432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A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about scope earns more trust than overclaiming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524201" y="2905143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[What's built and working today]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2524201" y="3760349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[What's next — the realistic roadmap]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524201" y="4615555"/>
            <a:ext cx="7143293" cy="855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ask — what you need to go further]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2026-08-07T10:42:41Z</dcterms:created>
  <dcterms:modified xsi:type="dcterms:W3CDTF">2026-08-07T10:42:41Z</dcterms:modified>
</cp:coreProperties>
</file>